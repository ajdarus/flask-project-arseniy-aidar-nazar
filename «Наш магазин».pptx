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CC3300"/>
    <a:srgbClr val="CC0000"/>
    <a:srgbClr val="B2B2B2"/>
    <a:srgbClr val="202020"/>
    <a:srgbClr val="323232"/>
    <a:srgbClr val="FF33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772" y="44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036591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020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3602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603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32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31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49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05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7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33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885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04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5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6360" y="-146050"/>
            <a:ext cx="9144000" cy="5974715"/>
          </a:xfrm>
        </p:spPr>
        <p:txBody>
          <a:bodyPr>
            <a:normAutofit fontScale="90000"/>
          </a:bodyPr>
          <a:lstStyle/>
          <a:p>
            <a:pPr algn="l"/>
            <a:br>
              <a:rPr lang="en-US" altLang="en-US"/>
            </a:br>
            <a:r>
              <a:rPr lang="en-US" altLang="en-US"/>
              <a:t>«Наш магазин» — веб-витрина для продажи ОС и смартфонов</a:t>
            </a:r>
            <a:br>
              <a:rPr lang="en-US" altLang="en-US"/>
            </a:br>
            <a:br>
              <a:rPr lang="en-US" altLang="ru-RU"/>
            </a:br>
            <a:r>
              <a:rPr lang="en-US" altLang="en-US" sz="3110"/>
              <a:t>Авторы:</a:t>
            </a:r>
            <a:br>
              <a:rPr lang="en-US" altLang="en-US" sz="3110"/>
            </a:br>
            <a:r>
              <a:rPr lang="en-US" altLang="en-US" sz="3110"/>
              <a:t>Арсений, Назар, Айдар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7493" y="0"/>
            <a:ext cx="9692640" cy="1325562"/>
          </a:xfrm>
        </p:spPr>
        <p:txBody>
          <a:bodyPr/>
          <a:lstStyle/>
          <a:p>
            <a:r>
              <a:rPr lang="en-US" altLang="en-US" dirty="0" err="1"/>
              <a:t>Введение</a:t>
            </a:r>
            <a:endParaRPr lang="en-US" altLang="en-US" dirty="0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920115" y="1458595"/>
            <a:ext cx="7270115" cy="469194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3200" b="1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Идея</a:t>
            </a:r>
            <a:r>
              <a:rPr lang="en-US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продажа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ОС, </a:t>
            </a:r>
            <a:r>
              <a:rPr lang="en-US" altLang="en-US" sz="32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смартфонов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ru-RU" alt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и прочего </a:t>
            </a:r>
            <a:r>
              <a:rPr lang="en-US" altLang="en-US" sz="32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через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32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удобный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32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веб-интерфейс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US" altLang="ru-RU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en-US" sz="3200" b="1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Реализовано</a:t>
            </a:r>
            <a:r>
              <a:rPr lang="en-US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endParaRPr lang="en-US" altLang="ru-RU" sz="32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Каталог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32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товаров</a:t>
            </a:r>
            <a:endParaRPr lang="en-US" altLang="ru-RU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Пагинация</a:t>
            </a:r>
            <a:r>
              <a:rPr lang="ru-RU" alt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страниц</a:t>
            </a:r>
            <a:endParaRPr lang="en-US" altLang="ru-RU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Карточки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32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товаров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(</a:t>
            </a:r>
            <a:r>
              <a:rPr lang="en-US" altLang="en-US" sz="32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цена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en-US" sz="32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описание</a:t>
            </a: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endParaRPr lang="en-US" altLang="ru-RU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Корз</a:t>
            </a:r>
            <a:r>
              <a:rPr lang="ru-RU" alt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и</a:t>
            </a:r>
            <a:r>
              <a:rPr lang="en-US" altLang="en-US" sz="32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на</a:t>
            </a:r>
            <a:endParaRPr lang="ru-RU" alt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 sz="3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Заказы (админ может менять статус)</a:t>
            </a:r>
            <a:endParaRPr lang="en-US" altLang="en-US" sz="3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-86994"/>
            <a:ext cx="10515600" cy="1017270"/>
          </a:xfrm>
        </p:spPr>
        <p:txBody>
          <a:bodyPr/>
          <a:lstStyle/>
          <a:p>
            <a:r>
              <a:rPr lang="en-US" altLang="en-US" dirty="0" err="1"/>
              <a:t>Реализация</a:t>
            </a:r>
            <a:endParaRPr lang="en-US" altLang="en-US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528320" y="930275"/>
            <a:ext cx="8496300" cy="579778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en-US" b="1" dirty="0" err="1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Структура</a:t>
            </a:r>
            <a:r>
              <a:rPr lang="en-US" altLang="en-US" b="1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:</a:t>
            </a:r>
            <a:endParaRPr lang="en-US" altLang="ru-RU" b="1" dirty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  <a:sym typeface="+mn-ea"/>
            </a:endParaRP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ru-RU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run.py</a:t>
            </a:r>
            <a:r>
              <a:rPr lang="ru-RU" altLang="en-US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 </a:t>
            </a:r>
            <a:r>
              <a:rPr lang="en-US" altLang="ru-RU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— </a:t>
            </a:r>
            <a:r>
              <a:rPr lang="en-US" altLang="en-US" dirty="0" err="1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запуск</a:t>
            </a:r>
            <a:endParaRPr lang="en-US" altLang="en-US" dirty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  <a:sym typeface="+mn-ea"/>
            </a:endParaRP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папка</a:t>
            </a:r>
            <a:r>
              <a:rPr lang="en-US" altLang="en-US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 </a:t>
            </a:r>
            <a:r>
              <a:rPr lang="en-US" altLang="en-US" dirty="0" err="1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приложение</a:t>
            </a:r>
            <a:r>
              <a:rPr lang="en-US" altLang="en-US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 — </a:t>
            </a:r>
            <a:r>
              <a:rPr lang="en-US" altLang="en-US" dirty="0" err="1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маршруты</a:t>
            </a:r>
            <a:r>
              <a:rPr lang="en-US" altLang="en-US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, </a:t>
            </a:r>
            <a:r>
              <a:rPr lang="en-US" altLang="en-US" dirty="0" err="1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модели</a:t>
            </a:r>
            <a:r>
              <a:rPr lang="en-US" altLang="en-US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, </a:t>
            </a:r>
            <a:r>
              <a:rPr lang="en-US" altLang="en-US" dirty="0" err="1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шаблоны</a:t>
            </a:r>
            <a:endParaRPr lang="en-US" altLang="ru-RU" dirty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  <a:sym typeface="+mn-ea"/>
            </a:endParaRP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магазин.</a:t>
            </a:r>
            <a:r>
              <a:rPr lang="en-US" altLang="ru-RU" dirty="0" err="1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db</a:t>
            </a:r>
            <a:r>
              <a:rPr lang="en-US" altLang="ru-RU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 — SQLite </a:t>
            </a:r>
            <a:r>
              <a:rPr lang="en-US" altLang="en-US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с </a:t>
            </a:r>
            <a:r>
              <a:rPr lang="en-US" altLang="en-US" dirty="0" err="1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таблицами</a:t>
            </a:r>
            <a:r>
              <a:rPr lang="en-US" altLang="en-US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 (</a:t>
            </a:r>
            <a:r>
              <a:rPr lang="en-US" altLang="en-US" dirty="0" err="1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товары</a:t>
            </a:r>
            <a:r>
              <a:rPr lang="en-US" altLang="en-US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, </a:t>
            </a:r>
            <a:r>
              <a:rPr lang="en-US" altLang="en-US" dirty="0" err="1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корзина</a:t>
            </a:r>
            <a:r>
              <a:rPr lang="en-US" altLang="en-US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)</a:t>
            </a:r>
            <a:endParaRPr lang="en-US" altLang="ru-RU" dirty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  <a:sym typeface="+mn-ea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en-US" b="1" dirty="0" err="1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Технологии</a:t>
            </a:r>
            <a:r>
              <a:rPr lang="en-US" altLang="en-US" b="1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:</a:t>
            </a:r>
            <a:endParaRPr lang="en-US" altLang="ru-RU" b="1" dirty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  <a:sym typeface="+mn-ea"/>
            </a:endParaRP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ru-RU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Flask (Python)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ru-RU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SQLite + ORM (</a:t>
            </a:r>
            <a:r>
              <a:rPr lang="en-US" altLang="ru-RU" dirty="0" err="1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SQLAlchemy</a:t>
            </a:r>
            <a:r>
              <a:rPr lang="en-US" altLang="ru-RU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)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ru-RU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Bootstrap </a:t>
            </a:r>
            <a:r>
              <a:rPr lang="ru-RU" altLang="ru-RU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4</a:t>
            </a:r>
            <a:endParaRPr lang="en-US" altLang="ru-RU" dirty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  <a:sym typeface="+mn-ea"/>
            </a:endParaRP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ru-RU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Jinja2-</a:t>
            </a:r>
            <a:r>
              <a:rPr lang="en-US" altLang="en-US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шаблоны</a:t>
            </a:r>
            <a:endParaRPr lang="en-US" altLang="ru-RU" dirty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  <a:sym typeface="+mn-ea"/>
            </a:endParaRP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ru-RU" dirty="0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requirements.txt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endParaRPr lang="en-US" altLang="ru-RU" dirty="0">
              <a:solidFill>
                <a:srgbClr val="0F1115"/>
              </a:solidFill>
              <a:latin typeface="Times New Roman" panose="02020603050405020304" charset="0"/>
              <a:ea typeface="quote-cjk-patch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Результаты</a:t>
            </a:r>
            <a:endParaRPr lang="en-US" altLang="en-US" dirty="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✅ </a:t>
            </a:r>
            <a:r>
              <a:rPr lang="en-US" altLang="en-US" dirty="0" err="1"/>
              <a:t>Сайт</a:t>
            </a:r>
            <a:r>
              <a:rPr lang="en-US" altLang="en-US" dirty="0"/>
              <a:t> </a:t>
            </a:r>
            <a:r>
              <a:rPr lang="en-US" altLang="en-US" dirty="0" err="1"/>
              <a:t>работает</a:t>
            </a:r>
            <a:r>
              <a:rPr lang="en-US" altLang="en-US" dirty="0"/>
              <a:t> (</a:t>
            </a:r>
            <a:r>
              <a:rPr lang="en-US" altLang="ru-RU" dirty="0" err="1"/>
              <a:t>Replit</a:t>
            </a:r>
            <a:r>
              <a:rPr lang="en-US" altLang="ru-RU" dirty="0"/>
              <a:t>)</a:t>
            </a:r>
          </a:p>
          <a:p>
            <a:r>
              <a:rPr lang="en-US" altLang="en-US" dirty="0"/>
              <a:t>✅ </a:t>
            </a:r>
            <a:r>
              <a:rPr lang="en-US" altLang="en-US" dirty="0" err="1"/>
              <a:t>Каталог</a:t>
            </a:r>
            <a:r>
              <a:rPr lang="en-US" altLang="en-US" dirty="0"/>
              <a:t> с </a:t>
            </a:r>
            <a:r>
              <a:rPr lang="en-US" altLang="en-US" dirty="0" err="1"/>
              <a:t>пагинацией</a:t>
            </a:r>
            <a:endParaRPr lang="en-US" altLang="en-US" dirty="0"/>
          </a:p>
          <a:p>
            <a:r>
              <a:rPr lang="en-US" altLang="en-US" dirty="0"/>
              <a:t>✅ </a:t>
            </a:r>
            <a:r>
              <a:rPr lang="en-US" altLang="en-US" dirty="0" err="1"/>
              <a:t>Корзина</a:t>
            </a:r>
            <a:r>
              <a:rPr lang="en-US" altLang="en-US" dirty="0"/>
              <a:t> с БД</a:t>
            </a:r>
          </a:p>
          <a:p>
            <a:r>
              <a:rPr lang="en-US" altLang="ru-RU" dirty="0"/>
              <a:t>✅ Bootstrap + </a:t>
            </a:r>
            <a:r>
              <a:rPr lang="en-US" altLang="en-US" dirty="0" err="1"/>
              <a:t>адаптив</a:t>
            </a:r>
            <a:endParaRPr lang="en-US" altLang="en-US" dirty="0"/>
          </a:p>
          <a:p>
            <a:r>
              <a:rPr lang="en-US" altLang="en-US" dirty="0"/>
              <a:t>✅ </a:t>
            </a:r>
            <a:r>
              <a:rPr lang="en-US" altLang="en-US" dirty="0" err="1"/>
              <a:t>Все</a:t>
            </a:r>
            <a:r>
              <a:rPr lang="en-US" altLang="en-US" dirty="0"/>
              <a:t> </a:t>
            </a:r>
            <a:r>
              <a:rPr lang="en-US" altLang="en-US" dirty="0" err="1"/>
              <a:t>зависимости</a:t>
            </a:r>
            <a:r>
              <a:rPr lang="en-US" altLang="en-US" dirty="0"/>
              <a:t> в </a:t>
            </a:r>
            <a:r>
              <a:rPr lang="en-US" altLang="ru-RU" dirty="0"/>
              <a:t>requirements.txt</a:t>
            </a:r>
          </a:p>
          <a:p>
            <a:endParaRPr lang="en-US" altLang="ru-RU" dirty="0"/>
          </a:p>
          <a:p>
            <a:r>
              <a:rPr lang="en-US" altLang="en-US" dirty="0" err="1"/>
              <a:t>Выполнено</a:t>
            </a:r>
            <a:r>
              <a:rPr lang="en-US" altLang="en-US" dirty="0"/>
              <a:t>: </a:t>
            </a:r>
            <a:r>
              <a:rPr lang="en-US" altLang="en-US" dirty="0" err="1"/>
              <a:t>хранение</a:t>
            </a:r>
            <a:r>
              <a:rPr lang="en-US" altLang="en-US" dirty="0"/>
              <a:t> в БД, </a:t>
            </a:r>
            <a:r>
              <a:rPr lang="en-US" altLang="ru-RU" dirty="0"/>
              <a:t>ORM, </a:t>
            </a:r>
            <a:r>
              <a:rPr lang="en-US" altLang="en-US" dirty="0" err="1"/>
              <a:t>фреймворк</a:t>
            </a:r>
            <a:r>
              <a:rPr lang="en-US" altLang="en-US" dirty="0"/>
              <a:t> </a:t>
            </a:r>
            <a:r>
              <a:rPr lang="en-US" altLang="ru-RU" dirty="0"/>
              <a:t>Bootstrap, </a:t>
            </a:r>
            <a:r>
              <a:rPr lang="en-US" altLang="en-US" dirty="0" err="1"/>
              <a:t>хостинг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Заключение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 err="1"/>
              <a:t>Цель</a:t>
            </a:r>
            <a:r>
              <a:rPr lang="en-US" altLang="en-US" b="1" dirty="0"/>
              <a:t> </a:t>
            </a:r>
            <a:r>
              <a:rPr lang="en-US" altLang="en-US" b="1" dirty="0" err="1"/>
              <a:t>достигнута</a:t>
            </a:r>
            <a:r>
              <a:rPr lang="en-US" altLang="en-US" dirty="0"/>
              <a:t> — </a:t>
            </a:r>
            <a:r>
              <a:rPr lang="en-US" altLang="en-US" dirty="0" err="1"/>
              <a:t>работающий</a:t>
            </a:r>
            <a:r>
              <a:rPr lang="en-US" altLang="en-US" dirty="0"/>
              <a:t> </a:t>
            </a:r>
            <a:r>
              <a:rPr lang="en-US" altLang="en-US" dirty="0" err="1"/>
              <a:t>магазин</a:t>
            </a:r>
            <a:r>
              <a:rPr lang="en-US" altLang="en-US" dirty="0"/>
              <a:t> с </a:t>
            </a:r>
            <a:r>
              <a:rPr lang="en-US" altLang="en-US" dirty="0" err="1"/>
              <a:t>корзиной</a:t>
            </a:r>
            <a:r>
              <a:rPr lang="en-US" altLang="en-US" dirty="0"/>
              <a:t> и БД.</a:t>
            </a:r>
          </a:p>
          <a:p>
            <a:endParaRPr lang="en-US" altLang="ru-RU" dirty="0"/>
          </a:p>
          <a:p>
            <a:r>
              <a:rPr lang="en-US" altLang="en-US" b="1" dirty="0" err="1"/>
              <a:t>Потенциал</a:t>
            </a:r>
            <a:r>
              <a:rPr lang="en-US" altLang="en-US" b="1" dirty="0"/>
              <a:t> </a:t>
            </a:r>
            <a:r>
              <a:rPr lang="en-US" altLang="en-US" b="1" dirty="0" err="1"/>
              <a:t>для</a:t>
            </a:r>
            <a:r>
              <a:rPr lang="en-US" altLang="en-US" b="1" dirty="0"/>
              <a:t> </a:t>
            </a:r>
            <a:r>
              <a:rPr lang="en-US" altLang="en-US" b="1" dirty="0" err="1"/>
              <a:t>развития</a:t>
            </a:r>
            <a:r>
              <a:rPr lang="en-US" altLang="en-US" b="1" dirty="0"/>
              <a:t>:</a:t>
            </a:r>
            <a:endParaRPr lang="en-US" altLang="ru-RU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dirty="0" err="1"/>
              <a:t>регистрация</a:t>
            </a:r>
            <a:r>
              <a:rPr lang="en-US" altLang="en-US" dirty="0"/>
              <a:t> и </a:t>
            </a:r>
            <a:r>
              <a:rPr lang="en-US" altLang="en-US" dirty="0" err="1"/>
              <a:t>авторизация</a:t>
            </a:r>
            <a:endParaRPr lang="en-US" alt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dirty="0" err="1"/>
              <a:t>загр</a:t>
            </a:r>
            <a:r>
              <a:rPr lang="ru-RU" altLang="en-US" dirty="0"/>
              <a:t>у</a:t>
            </a:r>
            <a:r>
              <a:rPr lang="en-US" altLang="en-US" dirty="0" err="1"/>
              <a:t>зка</a:t>
            </a:r>
            <a:r>
              <a:rPr lang="en-US" altLang="en-US" dirty="0"/>
              <a:t> </a:t>
            </a:r>
            <a:r>
              <a:rPr lang="en-US" altLang="en-US" dirty="0" err="1"/>
              <a:t>фото</a:t>
            </a:r>
            <a:r>
              <a:rPr lang="en-US" altLang="en-US" dirty="0"/>
              <a:t> </a:t>
            </a:r>
            <a:r>
              <a:rPr lang="en-US" altLang="en-US" dirty="0" err="1"/>
              <a:t>товаров</a:t>
            </a:r>
            <a:endParaRPr lang="en-US" altLang="ru-RU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dirty="0" err="1"/>
              <a:t>оформление</a:t>
            </a:r>
            <a:r>
              <a:rPr lang="en-US" altLang="en-US" dirty="0"/>
              <a:t> </a:t>
            </a:r>
            <a:r>
              <a:rPr lang="en-US" altLang="en-US" dirty="0" err="1"/>
              <a:t>заказов</a:t>
            </a:r>
            <a:endParaRPr lang="ru-RU" alt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 dirty="0"/>
              <a:t>всё сделали</a:t>
            </a: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C0000"/>
            </a:gs>
            <a:gs pos="51000">
              <a:srgbClr val="CC3300"/>
            </a:gs>
            <a:gs pos="100000">
              <a:srgbClr val="99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>
            <a:extLst>
              <a:ext uri="{FF2B5EF4-FFF2-40B4-BE49-F238E27FC236}">
                <a16:creationId xmlns:a16="http://schemas.microsoft.com/office/drawing/2014/main" id="{1744F41B-CB49-4C7B-84FF-0D9DDF3AC9AC}"/>
              </a:ext>
            </a:extLst>
          </p:cNvPr>
          <p:cNvSpPr/>
          <p:nvPr/>
        </p:nvSpPr>
        <p:spPr>
          <a:xfrm>
            <a:off x="3618644" y="970266"/>
            <a:ext cx="4954712" cy="49174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E577985-A11C-429C-A6D5-340847D6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970264"/>
            <a:ext cx="10353762" cy="3017177"/>
          </a:xfrm>
        </p:spPr>
        <p:txBody>
          <a:bodyPr>
            <a:normAutofit/>
          </a:bodyPr>
          <a:lstStyle/>
          <a:p>
            <a:pPr algn="ctr"/>
            <a:r>
              <a:rPr lang="en-US" sz="7400" dirty="0">
                <a:solidFill>
                  <a:schemeClr val="bg1"/>
                </a:solidFill>
                <a:latin typeface="Freestyle Script" panose="030804020302050B0404" pitchFamily="66" charset="0"/>
              </a:rPr>
              <a:t>That’s All Folks!</a:t>
            </a:r>
            <a:endParaRPr lang="ru-RU" sz="7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994222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4</TotalTime>
  <Words>174</Words>
  <Application>Microsoft Office PowerPoint</Application>
  <PresentationFormat>Широкоэкранный</PresentationFormat>
  <Paragraphs>38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4" baseType="lpstr">
      <vt:lpstr>微软雅黑</vt:lpstr>
      <vt:lpstr>Arial</vt:lpstr>
      <vt:lpstr>Calibri</vt:lpstr>
      <vt:lpstr>Century Schoolbook</vt:lpstr>
      <vt:lpstr>Freestyle Script</vt:lpstr>
      <vt:lpstr>Times New Roman</vt:lpstr>
      <vt:lpstr>Wingdings 2</vt:lpstr>
      <vt:lpstr>Вид</vt:lpstr>
      <vt:lpstr> «Наш магазин» — веб-витрина для продажи ОС и смартфонов  Авторы: Арсений, Назар, Айдар</vt:lpstr>
      <vt:lpstr>Введение</vt:lpstr>
      <vt:lpstr>Реализация</vt:lpstr>
      <vt:lpstr>Результаты</vt:lpstr>
      <vt:lpstr>Заключение</vt:lpstr>
      <vt:lpstr>That’s All Folks!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Дроздики</dc:creator>
  <cp:lastModifiedBy>mishkafrede4444@gmail.com</cp:lastModifiedBy>
  <cp:revision>8</cp:revision>
  <dcterms:created xsi:type="dcterms:W3CDTF">2025-07-23T00:59:00Z</dcterms:created>
  <dcterms:modified xsi:type="dcterms:W3CDTF">2026-05-13T15:06:40Z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1049-12.1.0.26372</vt:lpwstr>
  </property>
  <property fmtid="{D5CDD505-2E9C-101B-9397-08002B2CF9AE}" pid="3" name="ICV">
    <vt:lpwstr>B54C16ABA61D415FB23732C838BB345F_11</vt:lpwstr>
  </property>
</Properties>
</file>